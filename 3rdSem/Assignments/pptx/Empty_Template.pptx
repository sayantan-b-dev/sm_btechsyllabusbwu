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0"/>
            <a:ext cx="838200" cy="5667375"/>
          </a:xfrm>
          <a:custGeom>
            <a:avLst/>
            <a:gdLst/>
            <a:ahLst/>
            <a:cxnLst/>
            <a:rect l="l" t="t" r="r" b="b"/>
            <a:pathLst>
              <a:path w="838200" h="5667375">
                <a:moveTo>
                  <a:pt x="838200" y="0"/>
                </a:move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2847975"/>
                </a:moveTo>
                <a:lnTo>
                  <a:pt x="0" y="0"/>
                </a:lnTo>
                <a:lnTo>
                  <a:pt x="447675" y="2847975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reen Facet">
  <a:themeElements>
    <a:clrScheme name="Green 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6B9F25"/>
      </a:hlink>
      <a:folHlink>
        <a:srgbClr val="BA6906"/>
      </a:folHlink>
    </a:clrScheme>
    <a:fontScheme name="Green Face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2026-10-04T04:28:14Z</dcterms:created>
  <dcterms:modified xsi:type="dcterms:W3CDTF">2026-10-04T04:28:14Z</dcterms:modified>
</cp:coreProperties>
</file>